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Meiryo"/>
                <a:ea typeface="Meiryo"/>
              </a:rPr>
              <a:t>那覇市　ベンチマークホテル 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eiryo"/>
                <a:ea typeface="Meiryo"/>
              </a:rPr>
              <a:t>対象マーケットにおけるベンチマークホテルの分布と概要（11施設）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作成日: 2026-07-04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地図: © OpenStreetMap contributors ／ 位置情報: 国土地理院ジオコーディングAPI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eiryo"/>
                <a:ea typeface="Meiryo"/>
              </a:rPr>
              <a:t>那覇市｜ベンチマークホテル分布マップ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ピンの番号は右表のNo.に対応（ピン・表はPowerPoint上で編集可能）</a:t>
            </a:r>
          </a:p>
        </p:txBody>
      </p: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7133007" cy="57150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463947" y="2817555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5226986" y="2699466"/>
            <a:ext cx="274320" cy="274320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2778676" y="4570013"/>
            <a:ext cx="274320" cy="274320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4751883" y="3394479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4068915" y="3635220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3440217" y="3000491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3696943" y="3366019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7</a:t>
            </a:r>
          </a:p>
        </p:txBody>
      </p:sp>
      <p:sp>
        <p:nvSpPr>
          <p:cNvPr id="12" name="Oval 11"/>
          <p:cNvSpPr/>
          <p:nvPr/>
        </p:nvSpPr>
        <p:spPr>
          <a:xfrm>
            <a:off x="3177483" y="4258981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8</a:t>
            </a:r>
          </a:p>
        </p:txBody>
      </p:sp>
      <p:sp>
        <p:nvSpPr>
          <p:cNvPr id="13" name="Oval 12"/>
          <p:cNvSpPr/>
          <p:nvPr/>
        </p:nvSpPr>
        <p:spPr>
          <a:xfrm>
            <a:off x="2088900" y="3826179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9</a:t>
            </a:r>
          </a:p>
        </p:txBody>
      </p:sp>
      <p:sp>
        <p:nvSpPr>
          <p:cNvPr id="14" name="Oval 13"/>
          <p:cNvSpPr/>
          <p:nvPr/>
        </p:nvSpPr>
        <p:spPr>
          <a:xfrm>
            <a:off x="3153052" y="3162887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10</a:t>
            </a:r>
          </a:p>
        </p:txBody>
      </p:sp>
      <p:sp>
        <p:nvSpPr>
          <p:cNvPr id="15" name="Oval 14"/>
          <p:cNvSpPr/>
          <p:nvPr/>
        </p:nvSpPr>
        <p:spPr>
          <a:xfrm>
            <a:off x="3695341" y="2867670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11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590207" y="914400"/>
          <a:ext cx="441860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315487"/>
                <a:gridCol w="777240"/>
                <a:gridCol w="8686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ホテル名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客室数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開業年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ホテルピースアイランド那覇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23室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1988年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コスモスおもろまちステーション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24室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2016年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沖縄国際ユースホステル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38室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1995年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 サン・クイーン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60室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2006年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ホテル山の内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63室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1973年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ホテルリゾネックス那覇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84室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2014年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東横INN那覇国際通り美栄橋駅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94室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2002年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ホテルルートイン那覇旭橋駅東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118室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2002年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9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ルートイングランティア那覇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120室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2000年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10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ロコイン沖縄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128室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2001年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11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スマイルホテル沖縄那覇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128室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2007年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Oval 16"/>
          <p:cNvSpPr/>
          <p:nvPr/>
        </p:nvSpPr>
        <p:spPr>
          <a:xfrm>
            <a:off x="7590207" y="4215384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6239" y="419709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eiryo"/>
                <a:ea typeface="Meiryo"/>
              </a:rPr>
              <a:t>ビジネスホテル</a:t>
            </a:r>
          </a:p>
        </p:txBody>
      </p:sp>
      <p:sp>
        <p:nvSpPr>
          <p:cNvPr id="19" name="Oval 18"/>
          <p:cNvSpPr/>
          <p:nvPr/>
        </p:nvSpPr>
        <p:spPr>
          <a:xfrm>
            <a:off x="7590207" y="448970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6239" y="447141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Meiryo"/>
                <a:ea typeface="Meiryo"/>
              </a:rPr>
              <a:t>ホステル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eiryo"/>
                <a:ea typeface="Meiryo"/>
              </a:rPr>
              <a:t>那覇市｜ベンチマークホテル一覧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868680"/>
          <a:ext cx="1170432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280160"/>
                <a:gridCol w="731520"/>
                <a:gridCol w="822960"/>
                <a:gridCol w="1828800"/>
                <a:gridCol w="38404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No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施設名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カテゴリー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部屋数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開業年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プライス・インデックス(円)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住所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ホテルピースアイランド那覇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1988年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〒900-0016 沖縄県那覇市前島3-23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コスモスおもろまちステーション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ホステル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2016年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〒902-0068 沖縄県那覇市真嘉比1丁目10-1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沖縄国際ユースホステル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ホステル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1995年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〒900-0026 沖縄県那覇市奥武山町51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 サン・クイーン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60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2006年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〒902-0067 沖縄県那覇市安里2丁目4-2-1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ホテル山の内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1973年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〒900-0013 沖縄県那覇市牧志1丁目3-55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ホテルリゾネックス那覇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84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2014年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〒900-0016 沖縄県那覇市前島3丁目11-1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東横INN那覇国際通り美栄橋駅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2002年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〒900-0013 沖縄県那覇市牧志1丁目20-1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ホテルルートイン那覇旭橋駅東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118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2002年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〒900-0021 沖縄県那覇市泉崎1丁目19-12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ルートイングランティア那覇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2000年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〒900-0036 沖縄県那覇市西2丁目25-12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ロコイン沖縄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128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2001年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〒900-0032 沖縄県那覇市松山1丁目27-11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スマイルホテル沖縄那覇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2007年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7,501 - 10,000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〒900-0016 沖縄県那覇市前島3丁目24-1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6446520"/>
            <a:ext cx="1170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eiryo"/>
                <a:ea typeface="Meiryo"/>
              </a:rPr>
              <a:t>出典: 各施設公表情報等 ／ プライス・インデックスは調査時点の参考価格帯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
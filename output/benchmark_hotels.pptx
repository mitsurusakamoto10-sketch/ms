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軽井沢町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対象マーケットにおけるベンチマークホテルの分布と概要（12施設）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2026-07-07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軽井沢町｜ベンチマークホテル分布マップ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4803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562509" y="201916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5820248" y="237132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6272882" y="3962651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4236767" y="251864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3230346" y="29168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935174" y="361919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5932322" y="227036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5238085" y="520459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5820248" y="237132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3955152" y="307602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4626116" y="345883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16" name="Oval 15"/>
          <p:cNvSpPr/>
          <p:nvPr/>
        </p:nvSpPr>
        <p:spPr>
          <a:xfrm>
            <a:off x="5675458" y="244634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003" y="914400"/>
          <a:ext cx="4236811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3691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万平ホテル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1894年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ウエスト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395室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ザ・プリンス 軽井沢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星のや軽井沢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軽井沢マリオットホテル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レジーナリゾート軽井沢御影用水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2017年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旧軽井沢KIKYOキュリオ・コレクションbyヒルトン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ルグラン軽井沢ホテル＆リゾート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イースト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ホテルインディゴ軽井沢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軽井沢ー陽光の風ー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旧軽井沢ー静養の森ー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軽井沢町｜ベンチマークホテル一覧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17043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1280160"/>
                <a:gridCol w="731520"/>
                <a:gridCol w="822960"/>
                <a:gridCol w="1828800"/>
                <a:gridCol w="3840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プライス・インデックス(円)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万平ホテル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1894年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50,001 - 55,000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 長野県北佐久郡軽井沢町軽井沢925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ウエスト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395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110,001 - 115,000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長野県軽井沢町軽井沢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ザ・プリンス 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〒389-0193 長野県北佐久郡軽井沢町軽井沢1049-1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星のや軽井沢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175,001 - 180,000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長野県北佐久郡軽井沢町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軽井沢マリオットホテル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85,001 - 90,000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 長野県北佐久郡軽井沢町長倉4339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レジーナリゾート軽井沢御影用水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2017年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50,001 - 55,000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〒389-0115 長野県北佐久郡軽井沢町追分49-2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旧軽井沢KIKYOキュリオ・コレクションbyヒルトン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110,001 - 115,000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 長野県北佐久郡軽井沢町軽井沢491-5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ルグラン軽井沢ホテル＆リゾート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85,001 - 90,000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長野県軽井沢町発地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イースト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〒389-0193 長野県北佐久郡軽井沢町軽井沢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ホテルインディゴ軽井沢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45,001 - 50,000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 長野県北佐久郡軽井沢町大字長倉字屋敷添18番地39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軽井沢ー陽光の風ー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旅館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155,001 - 160,000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〒389-0111長野県北佐久郡軽井沢町大字長倉568-1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旧軽井沢ー静養の森ー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旅館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105,001 - 110,000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〒389-0102長野県北佐久郡軽井沢町軽井沢1299-2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 ／ プライス・インデックスは調査時点の参考価格帯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